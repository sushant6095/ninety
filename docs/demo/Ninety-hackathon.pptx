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Ninety. Every match is a market for ninety minutes. It's a live, play-money football exchange for the World Cup 2026 — you trade who wins, the price is the crowd's live probability, priced by TxLINE and proven on Solana. Consumer and Fan Experiences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as you watch, you can't express who wins in a way that's live, fair and trustworthy. Sportsbooks are closed and legal-gated; stats apps are read-only. Ninety is the missing piece — a live exchange where the price literally is the probability, and it stays alive for ninety minutes. Play-money, always.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is the loop. A goal fires, the market halts, the price repositions, an AI booth explains why, and the result settles on-chain. Around that loop are the surfaces a fan touches: the live Momentum River, trading Home-Draw-Away, minting Moments, a one-tap Next-Goal game, and a Telegram pundit bot. Sofascore's density, Hyperliquid's craft.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TxLINE is integrated to the bone. By our two-source law it owns everything that moves — scores, goals, halts, odds, results. We wrap eight typed endpoints — fixtures, four score endpoints including the live SSE stream and the Merkle stat-validation, and three odds endpoints — all verified live on devnet. And the auth is itself on-chain: a guest token, an on-chain subscription, then activation. The chain is the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engineering heart. The free feed never prices the match — it only ships Over/Under and Asian-handicap, two-outcome books. But we trade Home-Draw-Away. So we infer the scoreline: invert the Poisson on Over/Under to get total goals, invert the Skellam on the handicap to get supremacy, then a Dixon-Coles grid gives us Home, Draw, Away. Twenty-seven tests, and if the books are degenerate we stay unpriced — never a fake 33/33/33.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Solana isn't a logo here — it's load-bearing. The feed is unlocked on-chain, and results are verified on-chain, not trusted. And our proudest finding: we discovered TxLINE's proof doesn't fully bind match finality on-chain, so a mid-match sequence could forge a settlement. Rather than ship it, we proved it forgeable and hard-gated settlement off at compile time. We'd rather be honest and unfinished than trusted and forgeable.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hood it's a genuine distributed system: a single-writer LMSR engine with journal-then-ack, a Redis-Streams bus decoupling every service, a Python quant worker, ingest and jobs workers, a Fastify API with thirty endpoints and live Swagger, and an Anchor program verifying proofs on Solana. And the whole live stack runs on zero dollars — Vercel, Aiven Postgres and Valkey, Fly, and Solana devnet. Production-grade architecture at free-tier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if we win, we invest heavily. Populate the full 104-match live universe with real wallet identity and cNFT Moments. Ship the AI Pundit Bot on Telegram with text-to-speech. Add depth tabs and mobile. Build the demand-side data asset — who predicts football best — a play-money track record no bookmaker can farm. And pursue the B2B thesis: a clean, legal top-of-funnel a sportsbook could never build itself. Ninety — priced by TxLINE, settled on Solana, play-money forever.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6126480"/>
            <a:ext cx="1280160" cy="-182880"/>
          </a:xfrm>
          <a:prstGeom prst="line">
            <a:avLst/>
          </a:prstGeom>
          <a:noFill/>
          <a:ln w="28575">
            <a:solidFill>
              <a:srgbClr val="2BD9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5943600"/>
            <a:ext cx="1097280" cy="45720"/>
          </a:xfrm>
          <a:prstGeom prst="line">
            <a:avLst/>
          </a:prstGeom>
          <a:noFill/>
          <a:ln w="28575">
            <a:solidFill>
              <a:srgbClr val="2BD9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2377440" y="5989320"/>
            <a:ext cx="914400" cy="-411480"/>
          </a:xfrm>
          <a:prstGeom prst="line">
            <a:avLst/>
          </a:prstGeom>
          <a:noFill/>
          <a:ln w="28575">
            <a:solidFill>
              <a:srgbClr val="2BD9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5577840"/>
            <a:ext cx="1005840" cy="91440"/>
          </a:xfrm>
          <a:prstGeom prst="line">
            <a:avLst/>
          </a:prstGeom>
          <a:noFill/>
          <a:ln w="28575">
            <a:solidFill>
              <a:srgbClr val="2BD9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4297680" y="5669280"/>
            <a:ext cx="914400" cy="-548640"/>
          </a:xfrm>
          <a:prstGeom prst="line">
            <a:avLst/>
          </a:prstGeom>
          <a:noFill/>
          <a:ln w="28575">
            <a:solidFill>
              <a:srgbClr val="2BD9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0" y="5120640"/>
            <a:ext cx="1005840" cy="137160"/>
          </a:xfrm>
          <a:prstGeom prst="line">
            <a:avLst/>
          </a:prstGeom>
          <a:noFill/>
          <a:ln w="28575">
            <a:solidFill>
              <a:srgbClr val="2BD9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217920" y="5257800"/>
            <a:ext cx="1005840" cy="-594360"/>
          </a:xfrm>
          <a:prstGeom prst="line">
            <a:avLst/>
          </a:prstGeom>
          <a:noFill/>
          <a:ln w="28575">
            <a:solidFill>
              <a:srgbClr val="2BD9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4663440"/>
            <a:ext cx="1005840" cy="182880"/>
          </a:xfrm>
          <a:prstGeom prst="line">
            <a:avLst/>
          </a:prstGeom>
          <a:noFill/>
          <a:ln w="28575">
            <a:solidFill>
              <a:srgbClr val="2BD9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229600" y="4846320"/>
            <a:ext cx="1005840" cy="-731520"/>
          </a:xfrm>
          <a:prstGeom prst="line">
            <a:avLst/>
          </a:prstGeom>
          <a:noFill/>
          <a:ln w="28575">
            <a:solidFill>
              <a:srgbClr val="2BD9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0" y="4114800"/>
            <a:ext cx="1005840" cy="182880"/>
          </a:xfrm>
          <a:prstGeom prst="line">
            <a:avLst/>
          </a:prstGeom>
          <a:noFill/>
          <a:ln w="28575">
            <a:solidFill>
              <a:srgbClr val="2BD9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0241280" y="4297680"/>
            <a:ext cx="1005840" cy="-731520"/>
          </a:xfrm>
          <a:prstGeom prst="line">
            <a:avLst/>
          </a:prstGeom>
          <a:noFill/>
          <a:ln w="28575">
            <a:solidFill>
              <a:srgbClr val="2BD9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47120" y="3566160"/>
            <a:ext cx="944575" cy="137160"/>
          </a:xfrm>
          <a:prstGeom prst="line">
            <a:avLst/>
          </a:prstGeom>
          <a:noFill/>
          <a:ln w="28575">
            <a:solidFill>
              <a:srgbClr val="2BD9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42064" y="3611880"/>
            <a:ext cx="155448" cy="155448"/>
          </a:xfrm>
          <a:prstGeom prst="ellipse">
            <a:avLst/>
          </a:prstGeom>
          <a:solidFill>
            <a:srgbClr val="2BD97C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6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TxODDS BUILDATHON  ·  CONSUMER &amp; FAN EXPERIENCES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15544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</a:t>
            </a:r>
            <a:endParaRPr lang="en-US" sz="9600" dirty="0"/>
          </a:p>
        </p:txBody>
      </p:sp>
      <p:sp>
        <p:nvSpPr>
          <p:cNvPr id="17" name="Text 15"/>
          <p:cNvSpPr/>
          <p:nvPr/>
        </p:nvSpPr>
        <p:spPr>
          <a:xfrm>
            <a:off x="566928" y="3063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2BD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match is a market for ninety minutes.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66928" y="3794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live, play-money football exchange for the FIFA World Cup 2026 —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by TxLINE, settled trustlessly on Solana.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</a:t>
            </a:r>
            <a:pPr algn="l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play-money football exchange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3721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85800"/>
            <a:ext cx="118872" cy="118872"/>
          </a:xfrm>
          <a:prstGeom prst="ellipse">
            <a:avLst/>
          </a:prstGeom>
          <a:solidFill>
            <a:srgbClr val="FF3D81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3D8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Watching a match, a fan can't express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wins” — live, fair, and trustworthy.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25146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get one of two things — and neither is a live, honest market you can act on as the game swings.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09728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1408176"/>
            <a:ext cx="146304" cy="146304"/>
          </a:xfrm>
          <a:prstGeom prst="ellipse">
            <a:avLst/>
          </a:prstGeom>
          <a:solidFill>
            <a:srgbClr val="FF3D81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Sportsbooks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60920" y="16276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markets, legal walls, house-vs-you.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25146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2825496"/>
            <a:ext cx="146304" cy="146304"/>
          </a:xfrm>
          <a:prstGeom prst="ellipse">
            <a:avLst/>
          </a:prstGeom>
          <a:solidFill>
            <a:srgbClr val="97A0AF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apps (Sofascore)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0920" y="30449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and live — but read-only.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393192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4242816"/>
            <a:ext cx="146304" cy="146304"/>
          </a:xfrm>
          <a:prstGeom prst="ellipse">
            <a:avLst/>
          </a:prstGeom>
          <a:solidFill>
            <a:srgbClr val="2BD97C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4114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 fills the gap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60920" y="44622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exchange where price = probability, alive for 90 minutes.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Terminal-grade data. Consumer-grade feel.  Play-money — no deposits, no payouts, ever.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</a:t>
            </a:r>
            <a:pPr algn="l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play-money football exchange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3721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85800"/>
            <a:ext cx="118872" cy="118872"/>
          </a:xfrm>
          <a:prstGeom prst="ellipse">
            <a:avLst/>
          </a:prstGeom>
          <a:solidFill>
            <a:srgbClr val="2BD97C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90-minute market: the loop that makes it alive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95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0720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pitch moves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42032" y="26060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52928" y="214884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295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17520" y="280720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31089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freezes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28032" y="26060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38928" y="214884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295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D9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280720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31089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jumps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14032" y="26060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24928" y="214884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295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6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89520" y="280720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BOOTH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0" y="31089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explains the swing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00032" y="26060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710928" y="2148840"/>
            <a:ext cx="1993392" cy="1371600"/>
          </a:xfrm>
          <a:prstGeom prst="roundRect">
            <a:avLst>
              <a:gd name="adj" fmla="val 5333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0" y="22951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6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75520" y="280720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75520" y="310896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on-chain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" y="3886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surfaces a fan actually touches: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" y="4343400"/>
            <a:ext cx="2892247" cy="457200"/>
          </a:xfrm>
          <a:prstGeom prst="roundRect">
            <a:avLst>
              <a:gd name="adj" fmla="val 20000"/>
            </a:avLst>
          </a:prstGeom>
          <a:solidFill>
            <a:srgbClr val="14171C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343400"/>
            <a:ext cx="2892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River — the live price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23767" y="4343400"/>
            <a:ext cx="1531620" cy="457200"/>
          </a:xfrm>
          <a:prstGeom prst="roundRect">
            <a:avLst>
              <a:gd name="adj" fmla="val 20000"/>
            </a:avLst>
          </a:prstGeom>
          <a:solidFill>
            <a:srgbClr val="14171C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23767" y="4343400"/>
            <a:ext cx="1531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H / D / A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319979" y="4343400"/>
            <a:ext cx="2296973" cy="457200"/>
          </a:xfrm>
          <a:prstGeom prst="roundRect">
            <a:avLst>
              <a:gd name="adj" fmla="val 20000"/>
            </a:avLst>
          </a:prstGeom>
          <a:solidFill>
            <a:srgbClr val="14171C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19979" y="4343400"/>
            <a:ext cx="22969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Moments — mint the swing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781544" y="4343400"/>
            <a:ext cx="1446581" cy="457200"/>
          </a:xfrm>
          <a:prstGeom prst="roundRect">
            <a:avLst>
              <a:gd name="adj" fmla="val 20000"/>
            </a:avLst>
          </a:prstGeom>
          <a:solidFill>
            <a:srgbClr val="14171C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81544" y="4343400"/>
            <a:ext cx="14465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Next-Goal game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392717" y="4343400"/>
            <a:ext cx="1871777" cy="457200"/>
          </a:xfrm>
          <a:prstGeom prst="roundRect">
            <a:avLst>
              <a:gd name="adj" fmla="val 20000"/>
            </a:avLst>
          </a:prstGeom>
          <a:solidFill>
            <a:srgbClr val="14171C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92717" y="4343400"/>
            <a:ext cx="18717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pundit bot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66928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D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Sofascore density  ·  Hyperliquid craft  ·  on-chain honesty — one premium product.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</a:t>
            </a:r>
            <a:pPr algn="l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play-money football exchange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63721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85800"/>
            <a:ext cx="118872" cy="118872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6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TXLINE — INTEGRATED TO THE BONE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TxLINE owns everything that moves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two-source law: TxLINE is our single source for scores, goals, halts, prices and results — every value that changes during a match. Baked static data only holds what sits still (flags, crests, the fixture skeleton).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D6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 IS ON-CHAIN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374904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4171C"/>
          </a:solidFill>
          <a:ln w="12700">
            <a:solidFill>
              <a:srgbClr val="9D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749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guest JWT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48256" y="37490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22576" y="374904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4171C"/>
          </a:solidFill>
          <a:ln w="12700">
            <a:solidFill>
              <a:srgbClr val="9D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22576" y="3749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Solana subscribe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03904" y="37490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78224" y="374904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4171C"/>
          </a:solidFill>
          <a:ln w="12700">
            <a:solidFill>
              <a:srgbClr val="9D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78224" y="3749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activate token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45262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feed is unlocked by a Solana transaction — the chain is the gate, not a logo.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55448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typed endpoint wrappers — verified live on devnet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240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5F7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FIXTURES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25328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F1  </a:t>
            </a:r>
            <a:pPr indent="0" marL="0">
              <a:buNone/>
            </a:pPr>
            <a:r>
              <a:rPr lang="en-US" sz="12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28620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BD9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20840" y="31546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D9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S1  </a:t>
            </a:r>
            <a:pPr indent="0" marL="0">
              <a:buNone/>
            </a:pPr>
            <a:r>
              <a:rPr lang="en-US" sz="12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20840" y="3429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D9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S2  </a:t>
            </a:r>
            <a:pPr indent="0" marL="0">
              <a:buNone/>
            </a:pPr>
            <a:r>
              <a:rPr lang="en-US" sz="12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20840" y="37033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D9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S3  </a:t>
            </a:r>
            <a:pPr indent="0" marL="0">
              <a:buNone/>
            </a:pPr>
            <a:r>
              <a:rPr lang="en-US" sz="12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· SSE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20840" y="3977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D9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S4  </a:t>
            </a:r>
            <a:pPr indent="0" marL="0">
              <a:buNone/>
            </a:pPr>
            <a:r>
              <a:rPr lang="en-US" sz="12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stat-validation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37960" y="43068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B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ODDS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20840" y="45994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O1  </a:t>
            </a:r>
            <a:pPr indent="0" marL="0">
              <a:buNone/>
            </a:pPr>
            <a:r>
              <a:rPr lang="en-US" sz="12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20840" y="48737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O2  </a:t>
            </a:r>
            <a:pPr indent="0" marL="0">
              <a:buNone/>
            </a:pPr>
            <a:r>
              <a:rPr lang="en-US" sz="12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20840" y="51480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O3  </a:t>
            </a:r>
            <a:pPr indent="0" marL="0">
              <a:buNone/>
            </a:pPr>
            <a:r>
              <a:rPr lang="en-US" sz="12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· SSE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</a:t>
            </a:r>
            <a:pPr algn="l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play-money football exchange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721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85800"/>
            <a:ext cx="118872" cy="118872"/>
          </a:xfrm>
          <a:prstGeom prst="ellipse">
            <a:avLst/>
          </a:prstGeom>
          <a:solidFill>
            <a:srgbClr val="2BD97C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ENGINEERING MARVEL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 never prices the match. So we infer it.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TxLINE's free feed carries only Over/Under totals and Asian-handicap books — 2-outcome markets. It never ships a 1X2 (match-result) book. But Ninety trades Home / Draw / Away. Our fix: recover the scoreline the books imply.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/ Under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3227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 the Poisson CDF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8096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total-goals 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05656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44568" y="26974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 handicap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45736" y="3227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 the Skellam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45736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6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supremacy  λₕ−λₐ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83296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522208" y="26974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23376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Dixon-Coles grid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23376" y="3227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bivariate Poisson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23376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D9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P(H) / P(D) / P(A)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synthesized boards: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4617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D9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77 / 17 / 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66928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favourite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30168" y="4617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 / 28 / 36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630168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pick-em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4617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tests green. Degenerate books stay unpriced —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 fabricated 33 / 33 / 33.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</a:t>
            </a:r>
            <a:pPr algn="l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play-money football exchange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3721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85800"/>
            <a:ext cx="118872" cy="118872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6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SOLANA + INTEGRITY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is load-bearing — and we broke our own settlement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D9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PROVEN, NOT TRUSTED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4688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 is gated by an on-chain subscription. Match results are verified on-chain (proof.rs checks TxLINE's signed stats) — nobody is trusted, everything is proven.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2697480"/>
          </a:xfrm>
          <a:prstGeom prst="roundRect">
            <a:avLst>
              <a:gd name="adj" fmla="val 2712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FORGE — our proudest finding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24688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found TxLINE's proof doesn't bind match finality on-chain — a mid-match sequence could forge a settle. So we proved it forgeable, and hard-gated settlement OFF.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66928" y="4892040"/>
            <a:ext cx="5852160" cy="603504"/>
          </a:xfrm>
          <a:prstGeom prst="roundRect">
            <a:avLst>
              <a:gd name="adj" fmla="val 9091"/>
            </a:avLst>
          </a:prstGeom>
          <a:solidFill>
            <a:srgbClr val="0E1116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489204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SETTLEMENT_LIVE = false</a:t>
            </a:r>
            <a:pPr algn="l" indent="0" marL="0">
              <a:buNone/>
            </a:pPr>
            <a:r>
              <a:rPr lang="en-US" sz="150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// compile-time gate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49377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over hype.  No deposits, no cash payouts — ever.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</a:t>
            </a:r>
            <a:pPr algn="l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play-money football exchange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63721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85800"/>
            <a:ext cx="118872" cy="118872"/>
          </a:xfrm>
          <a:prstGeom prst="ellipse">
            <a:avLst/>
          </a:prstGeom>
          <a:solidFill>
            <a:srgbClr val="2BD97C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7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distributed system — running on $0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837944"/>
            <a:ext cx="118872" cy="118872"/>
          </a:xfrm>
          <a:prstGeom prst="ellipse">
            <a:avLst/>
          </a:prstGeom>
          <a:solidFill>
            <a:srgbClr val="2BD97C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373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Single-writer LMSR engine  </a:t>
            </a:r>
            <a:pPr indent="0" marL="0">
              <a:buNone/>
            </a:pPr>
            <a:r>
              <a:rPr lang="en-US" sz="13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journal-then-ack; one writer owns market state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404872"/>
            <a:ext cx="118872" cy="118872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3042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Redis-Streams bus  </a:t>
            </a:r>
            <a:pPr indent="0" marL="0">
              <a:buNone/>
            </a:pPr>
            <a:r>
              <a:rPr lang="en-US" sz="13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service decoupled through two event planes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971800"/>
            <a:ext cx="118872" cy="118872"/>
          </a:xfrm>
          <a:prstGeom prst="ellipse">
            <a:avLst/>
          </a:prstGeom>
          <a:solidFill>
            <a:srgbClr val="2BD97C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87121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(Python)  </a:t>
            </a:r>
            <a:pPr indent="0" marL="0">
              <a:buNone/>
            </a:pPr>
            <a:r>
              <a:rPr lang="en-US" sz="13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quant worker — de-vig + 1X2 synthesis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538728"/>
            <a:ext cx="118872" cy="11887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43814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+ jobs workers  </a:t>
            </a:r>
            <a:pPr indent="0" marL="0">
              <a:buNone/>
            </a:pPr>
            <a:r>
              <a:rPr lang="en-US" sz="13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live TxLINE ingest · settlement saga · the Booth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105656"/>
            <a:ext cx="118872" cy="118872"/>
          </a:xfrm>
          <a:prstGeom prst="ellipse">
            <a:avLst/>
          </a:prstGeom>
          <a:solidFill>
            <a:srgbClr val="2BD97C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400507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Fastify API  </a:t>
            </a:r>
            <a:pPr indent="0" marL="0">
              <a:buNone/>
            </a:pPr>
            <a:r>
              <a:rPr lang="en-US" sz="13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30 endpoints + live Swagger at /docs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672584"/>
            <a:ext cx="118872" cy="118872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5720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program  </a:t>
            </a:r>
            <a:pPr indent="0" marL="0">
              <a:buNone/>
            </a:pPr>
            <a:r>
              <a:rPr lang="en-US" sz="135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on-chain proof verification on Solana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52360" y="178308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161A20"/>
          </a:solidFill>
          <a:ln w="12700">
            <a:solidFill>
              <a:srgbClr val="232A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0116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2BD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8400" dirty="0"/>
          </a:p>
        </p:txBody>
      </p:sp>
      <p:sp>
        <p:nvSpPr>
          <p:cNvPr id="19" name="Text 17"/>
          <p:cNvSpPr/>
          <p:nvPr/>
        </p:nvSpPr>
        <p:spPr>
          <a:xfrm>
            <a:off x="7452360" y="31272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live stack, today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0" y="3657600"/>
            <a:ext cx="91440" cy="91440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3575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— web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72400" y="4023360"/>
            <a:ext cx="91440" cy="91440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3941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Aiven Postgres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4389120"/>
            <a:ext cx="91440" cy="91440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4306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Aiven Valkey (Redis)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0" y="4754880"/>
            <a:ext cx="91440" cy="91440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4672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— api + workers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0" y="5120640"/>
            <a:ext cx="91440" cy="91440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5038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devnet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56235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through the bus. One writer touches market state — the single-writer law, enforced at boot.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</a:t>
            </a:r>
            <a:pPr algn="l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play-money football exchange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3721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85800"/>
            <a:ext cx="118872" cy="118872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6B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win, we go all 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37160" cy="137160"/>
          </a:xfrm>
          <a:prstGeom prst="ellipse">
            <a:avLst/>
          </a:prstGeom>
          <a:solidFill>
            <a:srgbClr val="2BD97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universe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1783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104 WC26 fixtures live, real wallet identity, cNFT Moments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532888"/>
            <a:ext cx="137160" cy="137160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414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Pundit Bot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0" y="24414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EarlyWhistle Telegram bot — goals, red cards, price shifts, with TTS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191256"/>
            <a:ext cx="137160" cy="13716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998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&amp; mobile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30998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lineups, xG, head-to-head; a native mobile app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849624"/>
            <a:ext cx="137160" cy="137160"/>
          </a:xfrm>
          <a:prstGeom prst="ellipse">
            <a:avLst/>
          </a:prstGeom>
          <a:solidFill>
            <a:srgbClr val="2BD97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581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asset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31920" y="375818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predicts football best” — a play-money track record no book can farm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4507992"/>
            <a:ext cx="137160" cy="137160"/>
          </a:xfrm>
          <a:prstGeom prst="ellipse">
            <a:avLst/>
          </a:prstGeom>
          <a:solidFill>
            <a:srgbClr val="FF3D8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165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B2B thesis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31920" y="44165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7A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clean, legal top-of-funnel a sportsbook can never build for itself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2BD9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 — priced by TxLINE, settled on Solana, play-money forever.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NINETY</a:t>
            </a:r>
            <a:pPr algn="l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play-money football exchange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3721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2026-07-17T21:55:05Z</dcterms:created>
  <dcterms:modified xsi:type="dcterms:W3CDTF">2026-07-17T21:55:05Z</dcterms:modified>
</cp:coreProperties>
</file>